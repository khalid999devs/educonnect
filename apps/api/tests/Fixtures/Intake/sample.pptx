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/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 xmlns:a="http://schemas.openxmlformats.org/drawingml/2006/main">
          <a:bodyPr/>
          <a:p>
            <a:r>
              <a:t>Speaker note for the opening slide.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/>
</file>

<file path=ppt/slides/_rels/slide4.xml.rels><?xml version="1.0" encoding="UTF-8" standalone="yes"?>
<Relationships xmlns="http://schemas.openxmlformats.org/package/2006/relationships"/>
</file>

<file path=ppt/slides/_rels/slide5.xml.rels><?xml version="1.0" encoding="UTF-8" standalone="yes"?>
<Relationships xmlns="http://schemas.openxmlformats.org/package/2006/relationships"/>
</file>

<file path=ppt/slides/_rels/slide6.xml.rels><?xml version="1.0" encoding="UTF-8" standalone="yes"?>
<Relationships xmlns="http://schemas.openxmlformats.org/package/2006/relationships"/>
</file>

<file path=ppt/slides/_rels/slide7.xml.rels><?xml version="1.0" encoding="UTF-8" standalone="yes"?>
<Relationships xmlns="http://schemas.openxmlformats.org/package/2006/relationships"/>
</file>

<file path=ppt/slides/_rels/slide8.xml.rels><?xml version="1.0" encoding="UTF-8" standalone="yes"?>
<Relationships xmlns="http://schemas.openxmlformats.org/package/2006/relationships"/>
</file>

<file path=ppt/slides/_rels/slide9.xml.rels><?xml version="1.0" encoding="UTF-8" standalone="yes"?>
<Relationships xmlns="http://schemas.openxmlformats.org/package/2006/relationships"/>
</file>

<file path=ppt/slides/_rels/slide10.xml.rels><?xml version="1.0" encoding="UTF-8" standalone="yes"?>
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 xmlns:a="http://schemas.openxmlformats.org/drawingml/2006/main">
          <a:bodyPr/>
          <a:p>
            <a:r>
              <a:t>Slide 1 heading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 xmlns:a="http://schemas.openxmlformats.org/drawingml/2006/main">
          <a:bodyPr/>
          <a:p>
            <a:r>
              <a:t>Slide 2 heading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 xmlns:a="http://schemas.openxmlformats.org/drawingml/2006/main">
          <a:bodyPr/>
          <a:p>
            <a:r>
              <a:t>Slide 3 heading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 xmlns:a="http://schemas.openxmlformats.org/drawingml/2006/main">
          <a:bodyPr/>
          <a:p>
            <a:r>
              <a:t>Slide 4 heading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 xmlns:a="http://schemas.openxmlformats.org/drawingml/2006/main">
          <a:bodyPr/>
          <a:p>
            <a:r>
              <a:t>Slide 5 heading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 xmlns:a="http://schemas.openxmlformats.org/drawingml/2006/main">
          <a:bodyPr/>
          <a:p>
            <a:r>
              <a:t>Slide 6 heading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 xmlns:a="http://schemas.openxmlformats.org/drawingml/2006/main">
          <a:bodyPr/>
          <a:p>
            <a:r>
              <a:t>Slide 7 heading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 xmlns:a="http://schemas.openxmlformats.org/drawingml/2006/main">
          <a:bodyPr/>
          <a:p>
            <a:r>
              <a:t>Slide 8 heading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 xmlns:a="http://schemas.openxmlformats.org/drawingml/2006/main">
          <a:bodyPr/>
          <a:p>
            <a:r>
              <a:t>Slide 9 heading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 xmlns:a="http://schemas.openxmlformats.org/drawingml/2006/main">
          <a:bodyPr/>
          <a:p>
            <a:r>
              <a:t>Slide 10 heading</a:t>
            </a:r>
          </a:p>
        </p:txBody>
      </p:sp>
    </p:spTree>
  </p:cSld>
</p:sld>
</file>